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2412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111556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7DC8A"/>
                </a:solidFill>
              </a:rPr>
              <a:t>FANTASY BOOK EMPORIUM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Arcane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8BADB"/>
                </a:solidFill>
              </a:rPr>
              <a:t>An e-commerce website for fantasy books: D&amp;D guides, epic novels, magical school stories, and dark fantasy sagas.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480060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D7A947"/>
          </a:solidFill>
          <a:ln w="12700">
            <a:solidFill>
              <a:srgbClr val="D7A9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9651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7"/>
                </a:solidFill>
              </a:rPr>
              <a:t>Presenters: Your Group Names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777240"/>
            <a:ext cx="5349240" cy="5349240"/>
          </a:xfrm>
          <a:prstGeom prst="arc">
            <a:avLst/>
          </a:prstGeom>
          <a:solidFill>
            <a:srgbClr val="6846A3">
              <a:alpha val="36000"/>
            </a:srgbClr>
          </a:solidFill>
          <a:ln w="12700">
            <a:solidFill>
              <a:srgbClr val="D7A947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300000">
            <a:off x="6629400" y="2240280"/>
            <a:ext cx="1143000" cy="2057400"/>
          </a:xfrm>
          <a:prstGeom prst="roundRect">
            <a:avLst>
              <a:gd name="adj" fmla="val 6400"/>
            </a:avLst>
          </a:prstGeom>
          <a:solidFill>
            <a:srgbClr val="432563"/>
          </a:solidFill>
          <a:ln w="13970">
            <a:solidFill>
              <a:srgbClr val="D7A9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-300000">
            <a:off x="6739128" y="2953512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Dungeon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Grimoire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rot="180000">
            <a:off x="7909560" y="1572768"/>
            <a:ext cx="1371600" cy="2697480"/>
          </a:xfrm>
          <a:prstGeom prst="roundRect">
            <a:avLst>
              <a:gd name="adj" fmla="val 5333"/>
            </a:avLst>
          </a:prstGeom>
          <a:solidFill>
            <a:srgbClr val="73323B"/>
          </a:solidFill>
          <a:ln w="13970">
            <a:solidFill>
              <a:srgbClr val="D7A94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80000">
            <a:off x="8019288" y="22860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Legends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420000">
            <a:off x="9308592" y="2240280"/>
            <a:ext cx="1170432" cy="2057400"/>
          </a:xfrm>
          <a:prstGeom prst="roundRect">
            <a:avLst>
              <a:gd name="adj" fmla="val 6250"/>
            </a:avLst>
          </a:prstGeom>
          <a:solidFill>
            <a:srgbClr val="223D65"/>
          </a:solidFill>
          <a:ln w="13970">
            <a:solidFill>
              <a:srgbClr val="D7A947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420000">
            <a:off x="9418320" y="2953512"/>
            <a:ext cx="950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C8A"/>
                </a:solidFill>
              </a:rPr>
              <a:t>10 min presentation + 5 min Q&amp;A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/ Purpose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Why this website exists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Arcane Pages gives fantasy readers one magical place to discover and buy books that match their adventure mood.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1520" y="27523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A947"/>
                </a:solidFill>
              </a:rPr>
              <a:t>⚔️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8E8"/>
                </a:solidFill>
              </a:rPr>
              <a:t>Help students, readers, and tabletop players browse fantasy books quickly.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552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A947"/>
                </a:solidFill>
              </a:rPr>
              <a:t>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471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8E8"/>
                </a:solidFill>
              </a:rPr>
              <a:t>Show a complete front-end e-commerce design without an admin page or CMS.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581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A947"/>
                </a:solidFill>
              </a:rPr>
              <a:t>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8E8"/>
                </a:solidFill>
              </a:rPr>
              <a:t>Create a shop identity that fits the fantasy theme through colors, typography, and interaction.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4389120" cy="1280160"/>
          </a:xfrm>
          <a:prstGeom prst="roundRect">
            <a:avLst>
              <a:gd name="adj" fmla="val 857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96328" y="14538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Focus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67144" y="1947672"/>
            <a:ext cx="39136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One product category only: fantasy books. Examples include tabletop RPG manuals, epic fantasy novels, dark fantasy books, and magic school adventures.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278892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96328" y="30083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67144" y="3502152"/>
            <a:ext cx="39136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Fantasy readers, D&amp;D players, students looking for novels, and hobbyists who enjoy lore-heavy stories.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4279392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🛡️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96328" y="44988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Scope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67144" y="4992624"/>
            <a:ext cx="39136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Static front-end prototype using HTML, CSS, and JavaScript. No database, admin page, or CMS required.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Functions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Main features demonstrated in the prototype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2728" y="14538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Filter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23544" y="19476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Users can search by title/theme and filter by fantasy type, such as tabletop RPG, epic fantasy, dark fantasy, and magic school.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18888" y="14538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Cards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9704" y="19476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Each book has a fantasy cover card, title, category, short description, sample peso price, and Add button.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1234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928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5048" y="14538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Counter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55864" y="19476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The cart count increases when a user clicks Add, showing simple interactive behavior.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✉️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2728" y="32826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Request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544" y="37764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A checkout-style form simulates buyer inquiries and order messages.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0632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18888" y="32826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Layout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489704" y="37764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The website adjusts from desktop grid to smaller mobile-friendly layouts.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30632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928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🌙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85048" y="328269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Fantasy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55864" y="3776472"/>
            <a:ext cx="25877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Dark castle palette, gold accents, glowing effects, and book-cover visuals support the theme.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58064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C8A"/>
                </a:solidFill>
              </a:rPr>
              <a:t>Technology used: HTML + CSS + JavaScript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Screenshot: Homepage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First impression and website identity</a:t>
            </a:r>
            <a:endParaRPr lang="en-US" sz="900" dirty="0"/>
          </a:p>
        </p:txBody>
      </p:sp>
      <p:pic>
        <p:nvPicPr>
          <p:cNvPr id="4" name="Image 0" descr="/mnt/data/arcane_pages_site/scree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66294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3640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02168" y="163677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72984" y="2130552"/>
            <a:ext cx="32278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The homepage introduces Arcane Pages with a fantasy bookstore identity, main call-to-action buttons, navigation, and cart display.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288036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3640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✨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02168" y="309981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Choice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72984" y="3593592"/>
            <a:ext cx="32278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Large heroic title, glowing gold accents, dark magical background, and floating fantasy books create the theme immediately.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35240" y="434340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🧭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02168" y="456285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872984" y="5056632"/>
            <a:ext cx="32278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Navigation links let users jump to Books, Purpose, and Order sections without confusion.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Screenshot: Book Collection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Product browsing section</a:t>
            </a:r>
            <a:endParaRPr lang="en-US" sz="900" dirty="0"/>
          </a:p>
        </p:txBody>
      </p:sp>
      <p:pic>
        <p:nvPicPr>
          <p:cNvPr id="4" name="Image 0" descr="/mnt/data/arcane_pages_site/screens/boo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4066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258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2220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87968" y="154533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58784" y="2039112"/>
            <a:ext cx="26791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Fantasy books are displayed as cards with title, category tag, description, sample price, and add button.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29260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22208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🔎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87968" y="314553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Browsing Tools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58784" y="3639312"/>
            <a:ext cx="26791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Search and filter controls make it easier to find a specific fantasy theme or title.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321040" y="45262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🗂️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87968" y="474573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Scope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58784" y="5239512"/>
            <a:ext cx="26791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All products stay within one clear product type: fantasy books, avoiding unrelated product groups.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Screenshot: Order Request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Checkout simulation / inquiry form</a:t>
            </a:r>
            <a:endParaRPr lang="en-US" sz="900" dirty="0"/>
          </a:p>
        </p:txBody>
      </p:sp>
      <p:pic>
        <p:nvPicPr>
          <p:cNvPr id="4" name="Image 0" descr="/mnt/data/arcane_pages_site/screens/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223760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3258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8504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🛒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750808" y="15453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21624" y="2039112"/>
            <a:ext cx="27706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Users choose a book, add it to cart, then send an order request using the 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83880" y="29260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85048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🛡️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50808" y="31455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21624" y="3639312"/>
            <a:ext cx="27706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The page is simple and static, so it loads quickly and avoids unnecessary database or admin features.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45262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5048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A947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750808" y="47457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421624" y="5239512"/>
            <a:ext cx="27706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BADB"/>
                </a:solidFill>
              </a:rPr>
              <a:t>No heavy images or external libraries are needed; most visuals are made with CSS.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Alignment + Q&amp;A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ADB"/>
                </a:solidFill>
              </a:rPr>
              <a:t>How the project meets the scoring criteria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Suitability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20440" y="149047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8BADB"/>
                </a:solidFill>
              </a:rPr>
              <a:t>Search, filter, cart counter, product catalog, and order request form meet e-commerce needs.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10652760" y="149961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A947"/>
                </a:solidFill>
              </a:rPr>
              <a:t>20 pts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176272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0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Efficiency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8BADB"/>
                </a:solidFill>
              </a:rPr>
              <a:t>Lightweight HTML/CSS/JS design uses minimal resources and no database dependency.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10652760" y="23408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A947"/>
                </a:solidFill>
              </a:rPr>
              <a:t>20 pts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91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17296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8BADB"/>
                </a:solidFill>
              </a:rPr>
              <a:t>Simple navigation, readable product cards, clear buttons, and responsive layout.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10652760" y="31821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A947"/>
                </a:solidFill>
              </a:rPr>
              <a:t>20 pts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858768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032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401421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8BADB"/>
                </a:solidFill>
              </a:rPr>
              <a:t>Static structure and basic JavaScript reduce failure points during presentation.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10652760" y="40233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A947"/>
                </a:solidFill>
              </a:rPr>
              <a:t>20 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700016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171B33">
              <a:alpha val="92000"/>
            </a:srgbClr>
          </a:solidFill>
          <a:ln w="12700">
            <a:solidFill>
              <a:srgbClr val="5C4B31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873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D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85546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8BADB"/>
                </a:solidFill>
              </a:rPr>
              <a:t>Fantasy style supports the product type through colors, typography, glowing accents, and book visuals.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10652760" y="48646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A947"/>
                </a:solidFill>
              </a:rPr>
              <a:t>20 pts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724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8"/>
                </a:solidFill>
              </a:rPr>
              <a:t>Presentation timing: 10 minutes for website explanation + 5 minutes for questions.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5C4B31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4710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BADB"/>
                </a:solidFill>
              </a:rPr>
              <a:t>Arcane Pages | Fantasy Books E-Commerce Prototype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ACD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Pages</dc:title>
  <dc:subject>Arcane Pages Fantasy Books E-Commerce Website Presentation</dc:subject>
  <dc:creator>OpenAI</dc:creator>
  <cp:lastModifiedBy>OpenAI</cp:lastModifiedBy>
  <cp:revision>1</cp:revision>
  <dcterms:created xsi:type="dcterms:W3CDTF">2026-05-08T02:08:11Z</dcterms:created>
  <dcterms:modified xsi:type="dcterms:W3CDTF">2026-05-08T02:08:11Z</dcterms:modified>
</cp:coreProperties>
</file>